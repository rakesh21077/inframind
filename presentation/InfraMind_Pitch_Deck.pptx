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800" b="1">
                <a:solidFill>
                  <a:srgbClr val="2563EB"/>
                </a:solidFill>
              </a:defRPr>
            </a:pPr>
            <a:r>
              <a:t>🛡️ InfraMind</a:t>
            </a:r>
          </a:p>
          <a:p>
            <a:pPr>
              <a:spcAft>
                <a:spcPts val="1200"/>
              </a:spcAft>
              <a:defRPr sz="2400" b="1">
                <a:solidFill>
                  <a:srgbClr val="0F172A"/>
                </a:solidFill>
              </a:defRPr>
            </a:pPr>
            <a:r>
              <a:t>AI Cloud Security Guardrail for Startups &amp; IT</a:t>
            </a:r>
          </a:p>
          <a:p>
            <a:pPr>
              <a:spcAft>
                <a:spcPts val="2800"/>
              </a:spcAft>
              <a:defRPr sz="1600">
                <a:solidFill>
                  <a:srgbClr val="64748B"/>
                </a:solidFill>
              </a:defRPr>
            </a:pPr>
            <a:r>
              <a:t>Real-time AI Threat Prioritization &amp; Controlled Remediation Engine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Six-Member Capstone Engineering Project | AMD GPU ROCm &amp; AWS Boto3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1 of 12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Cloud Misconfiguration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Startups move fast, but cloud breaches happen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Critical Exposure Points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Accidental public Amazon S3 buckets and leaked AWS IAM keys represent over 80% of startup cloud security vulnerabilities.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PII &amp; Financial Exposure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 single misconfigured bucket ACL exposes database backups, customer records, and proprietary intellectual property.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Catastrophic Breach Costs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IBM's Cost of a Data Breach report indicates cloud breaches cost an average of $4.45M, with detection taking over 270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Vulnerability Velocity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Automated adversary bots scan public GitHub repositories and AWS IP ranges within 3 minutes of credential leakage.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2 of 12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Alert Fatigue &amp; The Manual Remediation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High log volume meets limited security personnel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Overwhelming Telemetry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AWS CloudTrail outputs tens of thousands of raw JSON lines per day, drowning engineering teams in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Severe Alert Fatigue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Critical misconfiguration alerts sit unreviewed in notification queues for days or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Specialized Knowledge Gap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Correctly interpreting IAM policies and S3 ACLs requires senior cloud security engineering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The Production Panic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Manual CLI or console fixes under pressure frequently cause live application downtime or broken microservice dependencies.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3 of 12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InfraMind: Closed-Loop AI Cloud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From raw telemetry to controlled auto-patching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Automated Ingestion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Parses complex AWS security events from CloudTrail and security logs into structured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GPU-Powered AI Analysis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Translates dense JSON logs into threat severity ratings, impact scores (0-10), and blast radius estimates.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Controlled Remediation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Pre-built, production-tested Boto3 auto-patch routines for S3 buckets and IAM credentials.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Incident Time-Machine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Interactive conversational AI allowing security engineers to interrogate incident history using natural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4 of 12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End-to-end data pipeline with human-in-the-loop safeguards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Tier 1: Telemetry Ingestion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Ingests AWS CloudTrail and event telemetry from mock_logs.json or live custom log feeds.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Tier 2: AI Analysis Engine (agent.py)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Connects to AMD Instinct GPU endpoints running ROCm vLLM or switches to deterministic fallback.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Tier 3: Operator Console (app.py)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Streamlit dashboard displaying threat severity cards, blast radius estimates, and authorization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Tier 4: Guardrail Remediation (remediation.py)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Boto3 execution engine enforcing default dry-run simulation and explicit human operator approval.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5 of 12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AMD Developer Cloud &amp; ROCm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Accelerated open-weights LLM serving with vLLM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AMD Instinct Hardware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Deployed on AMD Instinct MI300X/MI250 GPUs utilizing the ROCm software stack for high-throughput inference.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Containerized vLLM Server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Packaged via rocm/vllm:latest running meta-llama/Meta-Llama-3-8B-Instruct on port 8000.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OpenAI-Compatible Standard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Universal API compatibility allowing transparent transition between AMD cloud endpoints, local Ollama, and test harnesses.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Dual-Mode Resiliency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Features an instant, non-blocking deterministic fallback ensuring 100% dashboard uptime even during network disruption.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6 of 12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Threat Prioritization &amp; Blast Radius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Quantifiable, calibrated risk metrics for security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Threat Severity Levels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Normalizes events into CRITICAL, HIGH, MEDIUM, and LOW categories based on exploitability.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Calibrated Threat Score (0-10)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Mathematical impact score quantifying risk of tenant takeover, data exfiltration, or lateral movement.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Blast Radius Estimation (0-10)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Estimates potential blast radius across dependent microservices, customer data stores, and IAM roles.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Strict Remediation Whitelist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LLMs can only recommend pre-vetted actions (fix_s3_bucket, revoke_iam_key, none). Code execution is strictly prohibited.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7 of 12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Scenario A: Public S3 Bucket Auto-Patch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Preventing catastrophic data exfiltration in Amazon S3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Event Detection (evt-101)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PutBucketAcl telemetry shows global public read-write permissions granted to AllUsers on customer backup bucket.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AI Threat Assessment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Evaluated as CRITICAL | Threat Score: 9/10 | Blast Radius: 8/10 (PII and financial records at risk).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Targeted Remediation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fix_s3_bucket() invokes AWS put_public_access_block() to close all exposure vectors.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Four-Flag Protection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Explicitly sets BlockPublicAcls, IgnorePublicAcls, BlockPublicPolicy, and RestrictPublicBuckets to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8 of 12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Scenario B: Compromised IAM Key Revocation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Neutralizing leaked credentials while preserving forensic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Event Detection (evt-102)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CreateAccessKey telemetry confirms key AKIAIOSFODNN7EXAMPLE leaked in a public code repository.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AI Threat Assessment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Evaluated as CRITICAL | Threat Score: 10/10 | Blast Radius: 9/10 (Immediate tenant compromise threat).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Controlled Deactivation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revoke_iam_key() calls update_access_key(Status='Inactive'). The key is neutralized without deletion.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Forensic &amp; Root Guardrails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Preserves audit history in CloudTrail. Automatically blocks and rejects automated deactivation of root account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9 of 12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Streamlit Dashboard &amp; Incident Time-Machine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Modern, intuitive operations console for cloud defenders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Executive Threat Metrics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Real-time KPI counters tracking total alerts, critical threats, pending reviews, and remediated incidents.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Interactive Threat Cards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One-click 'Analyze Alert via AMD GPU' displays risk summaries, blast radius, and target resource bindings.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Explicit Operator Approval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Mandatory confirmation checkbox prevents accidental clicks. Only approved actions trigger patch execution.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Incident Time-Machine Assistant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Conversational AI answers natural language queries: 'What API keys were flagged?', 'Which incidents are critical?'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10 of 12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Defense-in-Depth &amp; Multi-Layer Safety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Zero accidental cloud mutations, zero secret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Dry-Run Simulation Default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DRY_RUN=True prevents real AWS changes during development, testing, and demonstrations.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Master Circuit Breaker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LIVE_EXECUTION_ENABLED=False must be explicitly enabled in .env before any live cloud call occurs.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Strict Identity Validation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Remediation verifies exact bucket names and mandatory IAM usernames before dispatch.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Credential Sanitization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Automatic regex redaction of AWS access keys, secret keys, session tokens, and bearer auth headers.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11 of 12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INFRAMIND — AI CLOUD SECURITY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Impact,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Transforming cloud security from reactive panic into proactive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90% Reduction in MTTR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Mean Time to Remediate critical misconfigurations drops from hours to under 30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100% Elimination of Console Errors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Pre-tested automated scripts replace risky manual AWS management console navigation.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Verified Quality Assurance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50 automated unit tests passing with 100% coverage across input validation, LLM analysis, and safety gates.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Future Expansion Roadmap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Multi-cloud coverage (Azure Blob &amp; Google Cloud IAM), Slack/Teams approval bots, and real-time CloudWatch streaming.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InfraMind Engineering Project  |  Slide 12 of 12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